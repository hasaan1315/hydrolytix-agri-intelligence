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66" r:id="rId14"/>
    <p:sldId id="276" r:id="rId15"/>
    <p:sldId id="277" r:id="rId16"/>
    <p:sldId id="267" r:id="rId17"/>
    <p:sldId id="278" r:id="rId18"/>
    <p:sldId id="279" r:id="rId19"/>
    <p:sldId id="280" r:id="rId20"/>
    <p:sldId id="281" r:id="rId21"/>
    <p:sldId id="268" r:id="rId22"/>
    <p:sldId id="282" r:id="rId23"/>
    <p:sldId id="283" r:id="rId24"/>
    <p:sldId id="284" r:id="rId25"/>
    <p:sldId id="269" r:id="rId26"/>
    <p:sldId id="270" r:id="rId27"/>
    <p:sldId id="271" r:id="rId28"/>
    <p:sldId id="272" r:id="rId29"/>
    <p:sldId id="27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5009"/>
            <a:ext cx="7772400" cy="1470025"/>
          </a:xfrm>
        </p:spPr>
        <p:txBody>
          <a:bodyPr/>
          <a:lstStyle/>
          <a:p>
            <a:r>
              <a:rPr dirty="0" err="1"/>
              <a:t>Hydrolytix</a:t>
            </a:r>
            <a:r>
              <a:rPr dirty="0"/>
              <a:t>: AI-Powered Agri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417" y="4070866"/>
            <a:ext cx="6400800" cy="175260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Team Members</a:t>
            </a:r>
          </a:p>
          <a:p>
            <a:r>
              <a:rPr lang="en-GB" sz="2400" dirty="0">
                <a:solidFill>
                  <a:schemeClr val="tx1"/>
                </a:solidFill>
              </a:rPr>
              <a:t>Muhammad </a:t>
            </a:r>
            <a:r>
              <a:rPr lang="en-GB" sz="2400" dirty="0" err="1">
                <a:solidFill>
                  <a:schemeClr val="tx1"/>
                </a:solidFill>
              </a:rPr>
              <a:t>Hasaan</a:t>
            </a:r>
            <a:br>
              <a:rPr lang="en-GB" sz="2400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Riffaqat Hussain</a:t>
            </a:r>
            <a:endParaRPr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20602" y="268883"/>
            <a:ext cx="1934845" cy="19348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4"/>
          <p:cNvSpPr/>
          <p:nvPr/>
        </p:nvSpPr>
        <p:spPr>
          <a:xfrm>
            <a:off x="3716188" y="5638800"/>
            <a:ext cx="1739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Hydrolytix is an AI-powered agricultural intelligence dashboard.</a:t>
            </a:r>
          </a:p>
          <a:p>
            <a:r>
              <a:t>It transforms raw crop data into actionable insights for policymakers,</a:t>
            </a:r>
          </a:p>
          <a:p>
            <a:r>
              <a:t>farmers, and researchers.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Agricultural datasets are often underutilized due to complexity.</a:t>
            </a:r>
          </a:p>
          <a:p>
            <a:r>
              <a:t>Decision-makers lack interactive tools for analysis, forecasting,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Hydrolytix provides:</a:t>
            </a:r>
          </a:p>
          <a:p>
            <a:r>
              <a:rPr dirty="0"/>
              <a:t>Interactive dashboards</a:t>
            </a:r>
          </a:p>
          <a:p>
            <a:r>
              <a:rPr dirty="0"/>
              <a:t>Data preprocessing pipeline</a:t>
            </a:r>
          </a:p>
          <a:p>
            <a:r>
              <a:rPr dirty="0"/>
              <a:t>Forecasting models</a:t>
            </a:r>
          </a:p>
          <a:p>
            <a:r>
              <a:rPr dirty="0"/>
              <a:t>Exportable reports (CSV/PDF)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Deliver real-time agricultural insights</a:t>
            </a:r>
          </a:p>
          <a:p>
            <a:r>
              <a:rPr dirty="0"/>
              <a:t>Simplify data-driven decision making</a:t>
            </a:r>
          </a:p>
          <a:p>
            <a:r>
              <a:rPr dirty="0"/>
              <a:t>Provide forecasting for future crop trends</a:t>
            </a:r>
          </a:p>
          <a:p>
            <a:r>
              <a:rPr dirty="0"/>
              <a:t>Support sustainable farming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53E29C-C8D3-4636-8224-5F2DB5814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080" y="1148255"/>
            <a:ext cx="7691839" cy="557929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Dash (Flask-based)</a:t>
            </a:r>
          </a:p>
          <a:p>
            <a:r>
              <a:rPr dirty="0"/>
              <a:t>Pandas</a:t>
            </a:r>
          </a:p>
          <a:p>
            <a:r>
              <a:rPr dirty="0" err="1"/>
              <a:t>Plotly</a:t>
            </a:r>
            <a:endParaRPr dirty="0"/>
          </a:p>
          <a:p>
            <a:r>
              <a:rPr dirty="0" err="1"/>
              <a:t>ReportLab</a:t>
            </a:r>
            <a:r>
              <a:rPr dirty="0"/>
              <a:t> (PDF reports)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Source: Punjab Agricultural Data (CSV)</a:t>
            </a:r>
          </a:p>
          <a:p>
            <a:r>
              <a:rPr dirty="0"/>
              <a:t>Fields: Year, Season, Area under Production, Burned Area, Difference, % Difference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E64A0-B9FE-4DB4-ADEC-3F37600D2D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82869" y="3429000"/>
            <a:ext cx="7378262" cy="25724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559B2-6B96-477F-B79E-2D3F1CE5B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627" y="1059991"/>
            <a:ext cx="7614745" cy="5523371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Overview (KPIs, donut chart, trends)</a:t>
            </a:r>
          </a:p>
          <a:p>
            <a:r>
              <a:rPr dirty="0"/>
              <a:t>Year Comparison</a:t>
            </a:r>
          </a:p>
          <a:p>
            <a:r>
              <a:rPr dirty="0"/>
              <a:t>Forecasting</a:t>
            </a:r>
          </a:p>
          <a:p>
            <a:r>
              <a:rPr dirty="0"/>
              <a:t>Trend Analysis</a:t>
            </a:r>
          </a:p>
          <a:p>
            <a:r>
              <a:rPr dirty="0"/>
              <a:t>Export &amp;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and Layout</a:t>
            </a:r>
            <a:endParaRPr lang="en-GB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779" y="2011959"/>
            <a:ext cx="763244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 Navigation Tabs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Located at the top of the interface for switching between modules.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 Filter Panel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Dropdowns for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Year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altLang="en-US" sz="32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Season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 Dynamic Content Area</a:t>
            </a:r>
            <a:r>
              <a:rPr lang="en-US" altLang="en-US" sz="3200" dirty="0">
                <a:solidFill>
                  <a:srgbClr val="000000"/>
                </a:solidFill>
                <a:latin typeface="+mj-lt"/>
                <a:ea typeface="MS Mincho" charset="-128"/>
                <a:cs typeface="Times New Roman" panose="02020603050405020304" pitchFamily="18" charset="0"/>
              </a:rPr>
              <a:t>: Charts, KPIs, and reports update in real-time based on filter selections</a:t>
            </a:r>
            <a:r>
              <a:rPr lang="en-GB" altLang="en-US" sz="32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403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309030"/>
            <a:ext cx="6913984" cy="3166415"/>
          </a:xfrm>
          <a:prstGeom prst="rect">
            <a:avLst/>
          </a:prstGeom>
        </p:spPr>
      </p:pic>
      <p:pic>
        <p:nvPicPr>
          <p:cNvPr id="5" name="Content Placeholder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0546"/>
            <a:ext cx="6913984" cy="289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3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918BAA-A87E-44FA-BF77-B282BFD7C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499" y="1538543"/>
            <a:ext cx="6633002" cy="5044819"/>
          </a:xfr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4168"/>
            <a:ext cx="8229600" cy="44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7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4570"/>
            <a:ext cx="8229600" cy="1143000"/>
          </a:xfrm>
        </p:spPr>
        <p:txBody>
          <a:bodyPr/>
          <a:lstStyle/>
          <a:p>
            <a:r>
              <a:rPr lang="en-US" dirty="0"/>
              <a:t>Year Comparison Tab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801817"/>
            <a:ext cx="5486400" cy="330305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828800" y="4104873"/>
            <a:ext cx="5486400" cy="235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3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ARIMA</a:t>
            </a:r>
          </a:p>
          <a:p>
            <a:r>
              <a:rPr dirty="0"/>
              <a:t>Exponential Smoothing</a:t>
            </a:r>
          </a:p>
          <a:p>
            <a:r>
              <a:rPr dirty="0"/>
              <a:t>Use Cases: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Predict future production trends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Identify seasonal impacts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Tab</a:t>
            </a:r>
            <a:endParaRPr lang="en-GB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83750"/>
            <a:ext cx="8229600" cy="35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64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Tab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07998"/>
            <a:ext cx="8229600" cy="351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60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Analysis Tab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86824"/>
            <a:ext cx="8229600" cy="355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85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Analysis Tab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90190"/>
            <a:ext cx="8229600" cy="35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74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Export filtered data to CSV</a:t>
            </a:r>
          </a:p>
          <a:p>
            <a:r>
              <a:rPr dirty="0"/>
              <a:t>Generate professional PDF reports</a:t>
            </a:r>
          </a:p>
          <a:p>
            <a:r>
              <a:rPr dirty="0"/>
              <a:t>Customizable metrics included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&amp; Reports Tab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84678"/>
            <a:ext cx="8229600" cy="35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50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and Interactivity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88297"/>
            <a:ext cx="8229600" cy="354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19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and Interactivity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75063"/>
            <a:ext cx="8229600" cy="31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2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&amp;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Modular design for adding features</a:t>
            </a:r>
          </a:p>
          <a:p>
            <a:r>
              <a:rPr dirty="0"/>
              <a:t>Custom theming via CSS</a:t>
            </a:r>
          </a:p>
          <a:p>
            <a:r>
              <a:rPr dirty="0"/>
              <a:t>Easy integration with external APIs &amp; tools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Ensuring dataset quality</a:t>
            </a:r>
          </a:p>
          <a:p>
            <a:r>
              <a:rPr dirty="0"/>
              <a:t>Handling large-scale data</a:t>
            </a:r>
          </a:p>
          <a:p>
            <a:r>
              <a:rPr dirty="0"/>
              <a:t>Deployment scalability</a:t>
            </a:r>
          </a:p>
          <a:p>
            <a:r>
              <a:rPr dirty="0"/>
              <a:t>Designing user-friendly dashboards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Integration with IoT &amp; real-time sensors</a:t>
            </a:r>
          </a:p>
          <a:p>
            <a:r>
              <a:rPr dirty="0"/>
              <a:t>Advanced ML prediction models</a:t>
            </a:r>
          </a:p>
          <a:p>
            <a:r>
              <a:rPr dirty="0"/>
              <a:t>Mobile app support</a:t>
            </a:r>
          </a:p>
          <a:p>
            <a:r>
              <a:rPr dirty="0"/>
              <a:t>Expansion to other regions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Hydrolytix bridges the gap between raw agricultural data</a:t>
            </a:r>
          </a:p>
          <a:p>
            <a:r>
              <a:t>and meaningful insights, supporting informed decisions</a:t>
            </a:r>
          </a:p>
          <a:p>
            <a:r>
              <a:t>for sustainable agriculture.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Hydrolytix: AI-Powered Agri Intelligence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357</Words>
  <Application>Microsoft Office PowerPoint</Application>
  <PresentationFormat>On-screen Show (4:3)</PresentationFormat>
  <Paragraphs>84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Hydrolytix: AI-Powered Agri Intelligence</vt:lpstr>
      <vt:lpstr>Introduction</vt:lpstr>
      <vt:lpstr>Problem Statement</vt:lpstr>
      <vt:lpstr>Solution Overview</vt:lpstr>
      <vt:lpstr>Objectives</vt:lpstr>
      <vt:lpstr>System Architecture</vt:lpstr>
      <vt:lpstr>Technology Stack</vt:lpstr>
      <vt:lpstr>Dataset Overview</vt:lpstr>
      <vt:lpstr>Preprocessing Workflow</vt:lpstr>
      <vt:lpstr>Dashboard Features</vt:lpstr>
      <vt:lpstr>Navigation and Layout</vt:lpstr>
      <vt:lpstr>PowerPoint Presentation</vt:lpstr>
      <vt:lpstr>Interactive Visualizations</vt:lpstr>
      <vt:lpstr>Key Performance Indicators (KPIs)</vt:lpstr>
      <vt:lpstr>Year Comparison Tab</vt:lpstr>
      <vt:lpstr>Forecasting Models</vt:lpstr>
      <vt:lpstr>Forecasting Tab</vt:lpstr>
      <vt:lpstr>Forecasting Tab</vt:lpstr>
      <vt:lpstr>Trend Analysis Tab</vt:lpstr>
      <vt:lpstr>Trend Analysis Tab</vt:lpstr>
      <vt:lpstr>Export &amp; Reporting</vt:lpstr>
      <vt:lpstr>Export &amp; Reports Tab</vt:lpstr>
      <vt:lpstr>Filters and Interactivity</vt:lpstr>
      <vt:lpstr>Filters and Interactivity</vt:lpstr>
      <vt:lpstr>Customization &amp; Extensibility</vt:lpstr>
      <vt:lpstr>Challenges Faced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Hydrolytix: AI-Powered Agri Intelligence</dc:title>
  <dc:subject/>
  <dc:creator>Hassaan</dc:creator>
  <cp:keywords/>
  <dc:description>generated using python-pptx</dc:description>
  <cp:lastModifiedBy>Muhammad Hasaan</cp:lastModifiedBy>
  <cp:revision>7</cp:revision>
  <dcterms:created xsi:type="dcterms:W3CDTF">2013-01-27T09:14:16Z</dcterms:created>
  <dcterms:modified xsi:type="dcterms:W3CDTF">2025-09-26T10:24:52Z</dcterms:modified>
  <cp:category/>
</cp:coreProperties>
</file>